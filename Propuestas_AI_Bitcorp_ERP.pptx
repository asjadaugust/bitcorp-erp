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Bitcorp ERP - Modernización 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Casos de Uso: LLMs, Machine Learning, Visión Computacional </a:t>
            </a:r>
          </a:p>
          <a:p>
            <a:r>
              <a:t>Generado con Nano Banana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_erp_title_17727313971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El Futuro del ERP para Gestión de Equipos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3716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Transformando el Procedimiento CORP-GEM-P-001 y CORP-GEM-P-002 con Inteligencia Artificial. Optimización de presupuestos, eficiencia operativa y prevención de riesgos.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bot_operator_1772731416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Chatbot / LLM Asistente para Operadores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3716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Agilice el Parte Diario de Equipos y Vales de Combustible.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Los operadores reportan sus horas por WhatsApp.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Inteligencia Artificial extrae horómetros y galones de combustible.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Válido para CORP-GEM-F-005. Reducción en errores de tipeo y demoras en campo.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v_excavator_1772731432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Visión Computacional en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3716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Automatice la Inspección y Devolución de Maquinaria.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Análisis de fotografías para el formato CORP-SSOMA-F-073.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Detección de daños: abolladuras, fugas hidráulicas, estado de neumáticos.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Transparencia con el proveedor en 'Acta de Entrega' (CORP-GEM-F-010).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dictive_dashboard_1772731450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Machine Learning: Mantenimiento Preventivo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3716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Detecte problemas antes de que la máquina falle en obra.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Algoritmos correlacionan datos de consumo (Vales) y rendimiento (Horas Máquina).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Alertas sobre anomalías en temperatura y comportamiento del motor.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Maximice la disponibilidad de equipos.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_contracts_17727314645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LLMs para Análisis de Contratos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3716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Mitigación de riesgos legales y cumplimiento de tarifas.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Extracción de cláusulas (tarifas horarias, mensuales, días mínimos).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Comparación automática contra las normativas de ARAMSA y formato CORP-GEM-F-001.</a:t>
            </a:r>
          </a:p>
          <a:p>
            <a:pPr>
              <a:spcBef>
                <a:spcPts val="1400"/>
              </a:spcBef>
              <a:defRPr sz="1800">
                <a:solidFill>
                  <a:srgbClr val="323232"/>
                </a:solidFill>
              </a:defRPr>
            </a:pPr>
            <a:r>
              <a:t>- Acelera la Firma de Representantes.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Investigación de Operaciones - Asignación Óptima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/>
            </a:pPr>
            <a:r>
              <a:t>Algoritmos de Optimización de Flotas:</a:t>
            </a:r>
          </a:p>
          <a:p>
            <a:pPr>
              <a:spcBef>
                <a:spcPts val="1000"/>
              </a:spcBef>
              <a:defRPr sz="2200"/>
            </a:pPr>
          </a:p>
          <a:p>
            <a:pPr>
              <a:spcBef>
                <a:spcPts val="1000"/>
              </a:spcBef>
              <a:defRPr sz="2200"/>
            </a:pPr>
            <a:r>
              <a:t>- Asignación dinámica de maquinaria propia vs. terceros para distintos proyectos.</a:t>
            </a:r>
          </a:p>
          <a:p>
            <a:pPr>
              <a:spcBef>
                <a:spcPts val="1000"/>
              </a:spcBef>
              <a:defRPr sz="2200"/>
            </a:pPr>
            <a:r>
              <a:t>- Minimización de costos logísticos y de desmovilización.</a:t>
            </a:r>
          </a:p>
          <a:p>
            <a:pPr>
              <a:spcBef>
                <a:spcPts val="1000"/>
              </a:spcBef>
              <a:defRPr sz="2200"/>
            </a:pPr>
            <a:r>
              <a:t>- Reducción del margen de equipo subutilizado (horas mínimas no cumplidas).</a:t>
            </a:r>
          </a:p>
          <a:p>
            <a:pPr>
              <a:spcBef>
                <a:spcPts val="1000"/>
              </a:spcBef>
              <a:defRPr sz="2200"/>
            </a:pPr>
            <a:r>
              <a:t>- Planificación automática alineada al cronograma de la obra.</a:t>
            </a:r>
          </a:p>
          <a:p>
            <a:pPr>
              <a:spcBef>
                <a:spcPts val="1000"/>
              </a:spcBef>
              <a:defRPr sz="2200"/>
            </a:pPr>
          </a:p>
          <a:p>
            <a:pPr>
              <a:spcBef>
                <a:spcPts val="1000"/>
              </a:spcBef>
              <a:defRPr sz="2200"/>
            </a:pPr>
            <a:r>
              <a:t>Mejorando de forma radical la Valorización de Equipo (CORP-GEM-P-002).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